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C297A-AFDC-46D1-8604-B2DEDDA303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57B4F2-AD9C-4A07-AB6F-060CB0C857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052572-2B8E-4D8B-93BB-E8DC0B5E5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63412-8257-46EA-B013-5922A3713F68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77458-0B2E-4C58-B0F7-BF17C3860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EA4B63-FA0B-4034-897A-DF8A76B7A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DB9AE-71A9-484B-BF5C-07E3D99A0A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553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26A52-8A93-45B2-8B80-4EDC5C060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8E6E0B-7B9E-4068-ADA9-D9C79A78E6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DAA6CD-34A6-47EA-AC19-39F273089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63412-8257-46EA-B013-5922A3713F68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BCDF29-D70E-4A3D-97DC-5560A5805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76CCFC-D021-4A8B-827D-D2C351F11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DB9AE-71A9-484B-BF5C-07E3D99A0A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8629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E000F-6472-4D3A-9D10-5611CC79C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ADD0BA-6023-41CA-8E65-0A7801A49F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C69C48-EB21-4F15-937D-53C78ED2D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63412-8257-46EA-B013-5922A3713F68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54C1D8-FF7F-4BCF-9B1B-A2537C85F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48154A-CACC-4EC8-AF9F-EFB1F6AAF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DB9AE-71A9-484B-BF5C-07E3D99A0A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10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E6E05-D59A-4F75-A0F2-AE81FE580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AF3B29-16DA-428A-8CD6-2163A29A0A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4D35FB-FC9F-48D4-A6AB-1CD6681B6E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5FF331-6EDA-45F4-88FC-1935184D0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63412-8257-46EA-B013-5922A3713F68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695864-A16C-4DF6-AB3D-749A118D4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E25A3C-11EC-4E92-8B94-2ECE06A01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DB9AE-71A9-484B-BF5C-07E3D99A0A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3257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D46FE-3B1E-4E6E-85D5-414B56FE5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D60351-5FD6-49C1-BEA2-A9286F9640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CBF1C0-8821-42BC-9798-31C961AB02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AD324C-853F-45D1-9637-C1255C11E0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A992F6-9417-4EB1-A3E6-F2E76A4343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4E9F7F4-2CD0-450A-AA41-34CE365FB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63412-8257-46EA-B013-5922A3713F68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615572-A0E6-4060-B943-B08134E0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158644-5914-4760-BBBF-BA632245F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DB9AE-71A9-484B-BF5C-07E3D99A0A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2162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125AC-FCEB-4299-8E8C-3AB61C97E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2FD795-8499-4511-931C-8D33608CC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63412-8257-46EA-B013-5922A3713F68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DF42B9-C92F-408D-A39C-545DB916A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07C555-D947-4E14-AF6B-0477DE3BD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DB9AE-71A9-484B-BF5C-07E3D99A0A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1974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2EA801-51F4-4724-9206-6FB0C101F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63412-8257-46EA-B013-5922A3713F68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E25CE2-13B7-46F8-B44B-25ABF440F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0CCF7B-50C8-4BD5-9397-570079D9E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DB9AE-71A9-484B-BF5C-07E3D99A0A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082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78B8E-EDC8-4864-914A-C7F8121CCD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1ED8AA-4FD5-4348-BEC9-1AF1187966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2CB369-0B11-4911-8D26-2785FEA407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09E4EC-43E2-48EE-8455-A585CBD16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63412-8257-46EA-B013-5922A3713F68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B5C777-1311-4C84-8238-A32C78C78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8AE860-D3B0-4A8A-AFC4-3C26D8C7F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DB9AE-71A9-484B-BF5C-07E3D99A0A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380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E3330-81DA-486A-9AA2-731CE8758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632E80-F5EE-44FF-8404-CAC4BC7987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E28184-9D93-46EE-8CA1-81638F10B6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5BE4D9-107F-4468-8CCC-9D7209770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63412-8257-46EA-B013-5922A3713F68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595686-9EC9-4567-B60D-5E5BBF0EF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B6ED9B-CFBB-47F9-AADC-A80F4CCF1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DB9AE-71A9-484B-BF5C-07E3D99A0A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0737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E1EA4-AD43-4B00-A0D6-DCBE435FC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62FB9C-54D7-44F1-A05D-C37655102A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0DC890-9D5F-48E3-8902-72E37924D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63412-8257-46EA-B013-5922A3713F68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FE25C9-3139-4A56-89E0-E1F3E4C44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B49413-2767-4CFA-B487-0F8AE94C7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DB9AE-71A9-484B-BF5C-07E3D99A0A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393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B73461-C761-4424-9B43-7F09D23DB8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C8153E-7C38-479E-B315-B40CADFDF9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6658FC-4A1D-4C76-ABD8-8A6068524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63412-8257-46EA-B013-5922A3713F68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3E5923-335C-4051-9409-587EBB3D5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1B4F9C-6DD2-4894-832B-1168DFC31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DB9AE-71A9-484B-BF5C-07E3D99A0A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236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F77D35-CCF3-411C-9CED-3C696DDDC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CEB151-1CA0-4B6D-88A6-CB19141DE1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9B502-561B-4CD0-8638-407BFA8F6D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E63412-8257-46EA-B013-5922A3713F68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C40C68-3DDA-4841-9059-35CECAB60B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D9FE4C-1E97-48CA-A577-607ABE7F60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4DB9AE-71A9-484B-BF5C-07E3D99A0A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920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85B62-2868-42CB-A2B8-B4255A45E6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F47766-0011-4A6E-949C-B896003F4E8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E4BEF8-C9CB-4D1C-9E0E-77723C7CD5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357" y="0"/>
            <a:ext cx="10493285" cy="6858000"/>
          </a:xfrm>
          <a:prstGeom prst="rect">
            <a:avLst/>
          </a:prstGeo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477EC8A7-B992-4960-AA37-359E1B7E3F1D}"/>
              </a:ext>
            </a:extLst>
          </p:cNvPr>
          <p:cNvSpPr/>
          <p:nvPr/>
        </p:nvSpPr>
        <p:spPr>
          <a:xfrm>
            <a:off x="1828800" y="4285193"/>
            <a:ext cx="2015067" cy="694266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>
                <a:latin typeface="Arial" panose="020B0604020202020204" pitchFamily="34" charset="0"/>
                <a:cs typeface="Arial" panose="020B0604020202020204" pitchFamily="34" charset="0"/>
              </a:rPr>
              <a:t>Entrance here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59560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Alvarez Cardenas, Santiago</dc:creator>
  <cp:lastModifiedBy>Alvarez Cardenas, Santiago</cp:lastModifiedBy>
  <cp:revision>1</cp:revision>
  <dcterms:created xsi:type="dcterms:W3CDTF">2026-01-22T14:07:07Z</dcterms:created>
  <dcterms:modified xsi:type="dcterms:W3CDTF">2026-01-22T14:07:21Z</dcterms:modified>
</cp:coreProperties>
</file>