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2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7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4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2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6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2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87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1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3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6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9A4E-0025-4F05-955C-87EB38322C6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B7C3A-2287-407A-995E-FBF908A20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1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F071-AAE2-4F05-AF8C-8ECCCD20D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A52F3-A987-4D92-AF86-7E61F9AE8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C0DB9-1ACF-40F7-A60E-68037C4AC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9532"/>
            <a:ext cx="6858000" cy="969293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82CBD5-ED37-492E-8A77-BA3A4166F628}"/>
              </a:ext>
            </a:extLst>
          </p:cNvPr>
          <p:cNvSpPr/>
          <p:nvPr/>
        </p:nvSpPr>
        <p:spPr>
          <a:xfrm>
            <a:off x="3841750" y="6588111"/>
            <a:ext cx="1155700" cy="48895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2187355-CDB6-4B6B-A50B-FD73AF1AFE70}"/>
              </a:ext>
            </a:extLst>
          </p:cNvPr>
          <p:cNvSpPr/>
          <p:nvPr/>
        </p:nvSpPr>
        <p:spPr>
          <a:xfrm>
            <a:off x="5016500" y="3681445"/>
            <a:ext cx="457200" cy="3395616"/>
          </a:xfrm>
          <a:custGeom>
            <a:avLst/>
            <a:gdLst>
              <a:gd name="connsiteX0" fmla="*/ 0 w 457200"/>
              <a:gd name="connsiteY0" fmla="*/ 3214655 h 3395616"/>
              <a:gd name="connsiteX1" fmla="*/ 266700 w 457200"/>
              <a:gd name="connsiteY1" fmla="*/ 3074955 h 3395616"/>
              <a:gd name="connsiteX2" fmla="*/ 190500 w 457200"/>
              <a:gd name="connsiteY2" fmla="*/ 261905 h 3395616"/>
              <a:gd name="connsiteX3" fmla="*/ 457200 w 457200"/>
              <a:gd name="connsiteY3" fmla="*/ 122205 h 3395616"/>
              <a:gd name="connsiteX4" fmla="*/ 457200 w 457200"/>
              <a:gd name="connsiteY4" fmla="*/ 122205 h 3395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" h="3395616">
                <a:moveTo>
                  <a:pt x="0" y="3214655"/>
                </a:moveTo>
                <a:cubicBezTo>
                  <a:pt x="117475" y="3390867"/>
                  <a:pt x="234950" y="3567080"/>
                  <a:pt x="266700" y="3074955"/>
                </a:cubicBezTo>
                <a:cubicBezTo>
                  <a:pt x="298450" y="2582830"/>
                  <a:pt x="158750" y="754030"/>
                  <a:pt x="190500" y="261905"/>
                </a:cubicBezTo>
                <a:cubicBezTo>
                  <a:pt x="222250" y="-230220"/>
                  <a:pt x="457200" y="122205"/>
                  <a:pt x="457200" y="122205"/>
                </a:cubicBezTo>
                <a:lnTo>
                  <a:pt x="457200" y="122205"/>
                </a:lnTo>
              </a:path>
            </a:pathLst>
          </a:custGeom>
          <a:noFill/>
          <a:ln w="3810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0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Alvarez Cardenas, Santiago</dc:creator>
  <cp:lastModifiedBy>Alvarez Cardenas, Santiago</cp:lastModifiedBy>
  <cp:revision>1</cp:revision>
  <dcterms:created xsi:type="dcterms:W3CDTF">2026-01-22T13:39:26Z</dcterms:created>
  <dcterms:modified xsi:type="dcterms:W3CDTF">2026-01-22T13:44:14Z</dcterms:modified>
</cp:coreProperties>
</file>